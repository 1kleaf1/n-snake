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Loma" panose="020B0504020202020204" pitchFamily="34" charset="-34"/>
      <p:regular r:id="rId13"/>
      <p:bold r:id="rId14"/>
    </p:embeddedFont>
    <p:embeddedFont>
      <p:font typeface="Lora" pitchFamily="2" charset="-52"/>
      <p:regular r:id="rId15"/>
    </p:embeddedFont>
    <p:embeddedFont>
      <p:font typeface="Source Sans 3" panose="020B0604020202020204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24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699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720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6382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073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9074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3620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872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02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3454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7030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571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161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592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562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415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593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97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7207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3915" y="883049"/>
            <a:ext cx="404321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Моя игра "ЗМЕЙКА"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33730" y="1863940"/>
            <a:ext cx="80968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ООО "СИКС СЕВЕН"</a:t>
            </a:r>
            <a:endParaRPr lang="en-US" sz="11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4675C2-6473-6B50-3816-A80808529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50" y="417884"/>
            <a:ext cx="3715425" cy="38113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1219135"/>
            <a:ext cx="2427604" cy="54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800" dirty="0">
                <a:solidFill>
                  <a:srgbClr val="00B05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Концепция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23577" y="1643211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2211855"/>
            <a:ext cx="1780331" cy="1952136"/>
          </a:xfrm>
          <a:prstGeom prst="roundRect">
            <a:avLst>
              <a:gd name="adj" fmla="val 1541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r>
              <a:rPr lang="ru-RU" sz="1400" dirty="0">
                <a:solidFill>
                  <a:schemeClr val="accent1">
                    <a:lumMod val="20000"/>
                    <a:lumOff val="80000"/>
                  </a:schemeClr>
                </a:solidFill>
                <a:cs typeface="Loma" panose="020B0504020202020204" pitchFamily="34" charset="-34"/>
              </a:rPr>
              <a:t>Основная </a:t>
            </a:r>
          </a:p>
          <a:p>
            <a:r>
              <a:rPr lang="ru-RU" sz="1400" dirty="0">
                <a:solidFill>
                  <a:schemeClr val="accent1">
                    <a:lumMod val="20000"/>
                    <a:lumOff val="80000"/>
                  </a:schemeClr>
                </a:solidFill>
                <a:cs typeface="Loma" panose="020B0504020202020204" pitchFamily="34" charset="-34"/>
              </a:rPr>
              <a:t>идея</a:t>
            </a:r>
          </a:p>
          <a:p>
            <a:endParaRPr lang="ru-RU" sz="1400" dirty="0">
              <a:solidFill>
                <a:schemeClr val="accent1">
                  <a:lumMod val="20000"/>
                  <a:lumOff val="80000"/>
                </a:schemeClr>
              </a:solidFill>
              <a:cs typeface="Loma" panose="020B0504020202020204" pitchFamily="34" charset="-3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Рост и риск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  <a:cs typeface="Loma" panose="020B0504020202020204" pitchFamily="34" charset="-3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Условия поражения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  <a:cs typeface="Loma" panose="020B0504020202020204" pitchFamily="34" charset="-3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Вечный цикл</a:t>
            </a:r>
            <a:endParaRPr lang="ru-RU" sz="1100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  <a:cs typeface="Loma" panose="020B0504020202020204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3150" y="2439814"/>
            <a:ext cx="11570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2969493"/>
            <a:ext cx="11570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03141" y="2211855"/>
            <a:ext cx="1456209" cy="1786384"/>
          </a:xfrm>
          <a:prstGeom prst="roundRect">
            <a:avLst>
              <a:gd name="adj" fmla="val 1541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9" name="Text 6"/>
          <p:cNvSpPr/>
          <p:nvPr/>
        </p:nvSpPr>
        <p:spPr>
          <a:xfrm>
            <a:off x="3684847" y="2365884"/>
            <a:ext cx="1157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ea typeface="Cambria" panose="02040503050406030204" pitchFamily="18" charset="0"/>
                <a:cs typeface="Lora" pitchFamily="34" charset="-120"/>
              </a:rPr>
              <a:t>Атмосфера</a:t>
            </a:r>
            <a:endParaRPr lang="en-US" sz="1350" dirty="0">
              <a:ea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84847" y="2879750"/>
            <a:ext cx="1157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Киберпанк: </a:t>
            </a:r>
            <a:r>
              <a:rPr lang="ru-RU" sz="115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темный</a:t>
            </a:r>
            <a:r>
              <a:rPr lang="en-US" sz="115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фон, </a:t>
            </a:r>
            <a:r>
              <a:rPr lang="en-US" sz="115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неон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32998" y="2211855"/>
            <a:ext cx="1456209" cy="1786384"/>
          </a:xfrm>
          <a:prstGeom prst="roundRect">
            <a:avLst>
              <a:gd name="adj" fmla="val 1541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6809619" y="2329830"/>
            <a:ext cx="11570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ea typeface="Lora" pitchFamily="34" charset="-122"/>
                <a:cs typeface="Lora" pitchFamily="34" charset="-120"/>
              </a:rPr>
              <a:t>Цель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09619" y="2797020"/>
            <a:ext cx="11570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есть еду, расти и не врезаться в себя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57352" y="1831803"/>
            <a:ext cx="3460877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261200" y="363415"/>
            <a:ext cx="3965228" cy="668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500"/>
              </a:lnSpc>
              <a:buSzPct val="100000"/>
            </a:pPr>
            <a:r>
              <a:rPr lang="ru-RU" sz="2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Основная геймплейная </a:t>
            </a:r>
          </a:p>
          <a:p>
            <a:pPr algn="l">
              <a:lnSpc>
                <a:spcPts val="1500"/>
              </a:lnSpc>
              <a:buSzPct val="100000"/>
            </a:pPr>
            <a:endParaRPr lang="ru-RU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l">
              <a:lnSpc>
                <a:spcPts val="1500"/>
              </a:lnSpc>
              <a:buSzPct val="100000"/>
            </a:pPr>
            <a:r>
              <a:rPr lang="ru-RU" sz="2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составляющая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733553" y="3063478"/>
            <a:ext cx="3965228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C083F-C9D8-0460-35C0-1D2363E2D850}"/>
              </a:ext>
            </a:extLst>
          </p:cNvPr>
          <p:cNvSpPr txBox="1"/>
          <p:nvPr/>
        </p:nvSpPr>
        <p:spPr>
          <a:xfrm>
            <a:off x="261200" y="1508637"/>
            <a:ext cx="27138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Кушать яблоки и расти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Не врезаться в себя и в стенки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Достигнуть лимит роста и закончить игру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5BBFF3-C823-F532-D615-23CA9A7DD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031" y="0"/>
            <a:ext cx="5715397" cy="5076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732136"/>
            <a:ext cx="28162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57102" y="2693119"/>
            <a:ext cx="164075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860" y="2383408"/>
            <a:ext cx="746522" cy="933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8384" y="2383408"/>
            <a:ext cx="16407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979667" y="2367032"/>
            <a:ext cx="16407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666484"/>
            <a:ext cx="164075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7107E-7281-DD48-2081-6FBB3538275E}"/>
              </a:ext>
            </a:extLst>
          </p:cNvPr>
          <p:cNvSpPr txBox="1"/>
          <p:nvPr/>
        </p:nvSpPr>
        <p:spPr>
          <a:xfrm>
            <a:off x="336575" y="771256"/>
            <a:ext cx="2338269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Интерфейс</a:t>
            </a:r>
          </a:p>
          <a:p>
            <a:endParaRPr lang="ru-RU" sz="2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Играть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Рекорды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  <a:latin typeface="Source Sans 3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C</a:t>
            </a:r>
            <a:r>
              <a:rPr lang="ru-RU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ложность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0C5C8BD-131E-ADEA-ADE2-B3097F105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299" y="204791"/>
            <a:ext cx="4705494" cy="47339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78930" y="479413"/>
            <a:ext cx="5651731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solidFill>
                  <a:srgbClr val="00B050"/>
                </a:solidFill>
                <a:ea typeface="Lora" pitchFamily="34" charset="-122"/>
                <a:cs typeface="Lora" pitchFamily="34" charset="-120"/>
              </a:rPr>
              <a:t>Технические требования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0B1E96C-6FE2-5EDF-0A37-0C790C1CCE7D}"/>
              </a:ext>
            </a:extLst>
          </p:cNvPr>
          <p:cNvSpPr/>
          <p:nvPr/>
        </p:nvSpPr>
        <p:spPr>
          <a:xfrm>
            <a:off x="357553" y="1436075"/>
            <a:ext cx="2280139" cy="331176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79DB866-689A-5EF6-0F35-AAFA53949220}"/>
              </a:ext>
            </a:extLst>
          </p:cNvPr>
          <p:cNvSpPr/>
          <p:nvPr/>
        </p:nvSpPr>
        <p:spPr>
          <a:xfrm>
            <a:off x="3405554" y="1436077"/>
            <a:ext cx="2332893" cy="3311768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E9F80A9-7A43-56DE-0D70-FB2C8497D7FE}"/>
              </a:ext>
            </a:extLst>
          </p:cNvPr>
          <p:cNvSpPr/>
          <p:nvPr/>
        </p:nvSpPr>
        <p:spPr>
          <a:xfrm>
            <a:off x="6506309" y="1436076"/>
            <a:ext cx="2174630" cy="3311768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8F53A1-8FC0-C3F8-724D-8147B7050901}"/>
              </a:ext>
            </a:extLst>
          </p:cNvPr>
          <p:cNvSpPr txBox="1"/>
          <p:nvPr/>
        </p:nvSpPr>
        <p:spPr>
          <a:xfrm>
            <a:off x="463060" y="1610870"/>
            <a:ext cx="1740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Минимальные требования</a:t>
            </a:r>
            <a:r>
              <a:rPr lang="en-US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</a:t>
            </a:r>
            <a:endParaRPr lang="ru-RU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ru-RU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Source Sans 3" panose="020B0604020202020204" charset="0"/>
              </a:rPr>
              <a:t>Кирпич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D042C7-93DA-EE68-71FC-B647C699138B}"/>
              </a:ext>
            </a:extLst>
          </p:cNvPr>
          <p:cNvSpPr txBox="1"/>
          <p:nvPr/>
        </p:nvSpPr>
        <p:spPr>
          <a:xfrm>
            <a:off x="3531843" y="1622648"/>
            <a:ext cx="208345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Рекомендованные:</a:t>
            </a:r>
          </a:p>
          <a:p>
            <a:endParaRPr lang="en-US" dirty="0"/>
          </a:p>
          <a:p>
            <a:endParaRPr lang="en-US" dirty="0"/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Source Sans 3" panose="020B0604020202020204" charset="0"/>
              </a:rPr>
              <a:t>Видеокарта:</a:t>
            </a:r>
            <a:r>
              <a:rPr lang="en-US" sz="1200" dirty="0">
                <a:latin typeface="Source Sans 3" panose="020B0604020202020204" charset="0"/>
              </a:rPr>
              <a:t>GeForce </a:t>
            </a:r>
          </a:p>
          <a:p>
            <a:r>
              <a:rPr lang="en-US" sz="1200" dirty="0">
                <a:latin typeface="Source Sans 3" panose="020B0604020202020204" charset="0"/>
              </a:rPr>
              <a:t>      RTX3050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Source Sans 3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Source Sans 3" panose="020B0604020202020204" charset="0"/>
              </a:rPr>
              <a:t>Процессор:</a:t>
            </a:r>
            <a:r>
              <a:rPr lang="en-US" sz="1200" dirty="0">
                <a:latin typeface="Source Sans 3" panose="020B0604020202020204" charset="0"/>
              </a:rPr>
              <a:t>AMD Ryzen</a:t>
            </a:r>
          </a:p>
          <a:p>
            <a:r>
              <a:rPr lang="en-US" sz="1200" dirty="0">
                <a:latin typeface="Source Sans 3" panose="020B0604020202020204" charset="0"/>
              </a:rPr>
              <a:t>      5 7000x3d5g60fps</a:t>
            </a:r>
            <a:r>
              <a:rPr lang="ru-RU" sz="1200" dirty="0">
                <a:latin typeface="Source Sans 3" panose="020B060402020202020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2E07A6-3BEC-E980-EFB7-8CDDD03FBA02}"/>
              </a:ext>
            </a:extLst>
          </p:cNvPr>
          <p:cNvSpPr txBox="1"/>
          <p:nvPr/>
        </p:nvSpPr>
        <p:spPr>
          <a:xfrm>
            <a:off x="6641123" y="1622648"/>
            <a:ext cx="194603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Максимальные требования</a:t>
            </a:r>
            <a:r>
              <a:rPr lang="ru-RU" sz="1100" dirty="0"/>
              <a:t>(поддержка трассировки лучей)</a:t>
            </a:r>
          </a:p>
          <a:p>
            <a:endParaRPr lang="ru-RU" sz="1100" dirty="0"/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Source Sans 3" panose="020B0604020202020204" charset="0"/>
              </a:rPr>
              <a:t>Видеокарта:</a:t>
            </a:r>
            <a:r>
              <a:rPr lang="en-US" sz="1200" dirty="0">
                <a:latin typeface="Source Sans 3" panose="020B0604020202020204" charset="0"/>
              </a:rPr>
              <a:t>GeForce RTX5090</a:t>
            </a:r>
            <a:endParaRPr lang="ru-RU" sz="1200" dirty="0">
              <a:latin typeface="Source Sans 3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latin typeface="Source Sans 3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Source Sans 3" panose="020B0604020202020204" charset="0"/>
              </a:rPr>
              <a:t>Процессор:</a:t>
            </a:r>
            <a:r>
              <a:rPr lang="en-US" sz="1200" dirty="0">
                <a:latin typeface="Source Sans 3" panose="020B0604020202020204" charset="0"/>
              </a:rPr>
              <a:t>AMD Ryzen9950X3D</a:t>
            </a:r>
            <a:endParaRPr lang="ru-RU" sz="1200" dirty="0">
              <a:latin typeface="Source Sans 3" panose="020B0604020202020204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42E026C-66B0-6782-DFF1-8840720474CC}"/>
              </a:ext>
            </a:extLst>
          </p:cNvPr>
          <p:cNvSpPr txBox="1"/>
          <p:nvPr/>
        </p:nvSpPr>
        <p:spPr>
          <a:xfrm>
            <a:off x="38100" y="58615"/>
            <a:ext cx="9067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Так же вы можете поддержать автора данного </a:t>
            </a:r>
            <a:r>
              <a:rPr lang="ru-RU" dirty="0" err="1"/>
              <a:t>проекта,скинув</a:t>
            </a:r>
            <a:r>
              <a:rPr lang="ru-RU" dirty="0"/>
              <a:t> ему денег на проезд на </a:t>
            </a:r>
            <a:r>
              <a:rPr lang="ru-RU" dirty="0" err="1"/>
              <a:t>автобусе,так</a:t>
            </a:r>
            <a:r>
              <a:rPr lang="ru-RU" dirty="0"/>
              <a:t> как проект не поддерживался никем ни </a:t>
            </a:r>
            <a:r>
              <a:rPr lang="ru-RU" dirty="0" err="1"/>
              <a:t>морально,ни</a:t>
            </a:r>
            <a:r>
              <a:rPr lang="ru-RU" dirty="0"/>
              <a:t> </a:t>
            </a:r>
            <a:r>
              <a:rPr lang="ru-RU" dirty="0" err="1"/>
              <a:t>финансово,кроме</a:t>
            </a:r>
            <a:r>
              <a:rPr lang="ru-RU" dirty="0"/>
              <a:t> самого автора</a:t>
            </a:r>
          </a:p>
          <a:p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A67032C-C10B-2533-82E8-3EF71B3B0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806" y="1646726"/>
            <a:ext cx="3083536" cy="3083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</TotalTime>
  <Words>136</Words>
  <Application>Microsoft Office PowerPoint</Application>
  <PresentationFormat>Экран (16:9)</PresentationFormat>
  <Paragraphs>60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Lora</vt:lpstr>
      <vt:lpstr>Calibri Light</vt:lpstr>
      <vt:lpstr>Calibri</vt:lpstr>
      <vt:lpstr>Loma</vt:lpstr>
      <vt:lpstr>Arial</vt:lpstr>
      <vt:lpstr>Cambria</vt:lpstr>
      <vt:lpstr>Source Sans 3</vt:lpstr>
      <vt:lpstr>Тема Office 2013–2022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Надир Албагачиев</cp:lastModifiedBy>
  <cp:revision>3</cp:revision>
  <dcterms:created xsi:type="dcterms:W3CDTF">2026-05-15T12:05:40Z</dcterms:created>
  <dcterms:modified xsi:type="dcterms:W3CDTF">2026-05-16T11:36:32Z</dcterms:modified>
</cp:coreProperties>
</file>